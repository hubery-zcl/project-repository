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4572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916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YaHei"/>
              </a:rPr>
              <a:t>Hilton Garden Inn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2025年度述职报告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BBBB"/>
                </a:solidFill>
                <a:latin typeface="Microsoft YaHei"/>
              </a:rPr>
              <a:t>销售经理 · Sales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Microsoft YaHei"/>
              </a:rPr>
              <a:t>述职人：张传林  |  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45720" cy="68580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岗位职责与工作回顾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87452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销售业绩数据概览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51460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客户开发与维护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15468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会议与团队市场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79476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数字化营销成果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43484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团队建设与跨部门协作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507492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存在的不足与反思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5715000"/>
            <a:ext cx="5486400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852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Microsoft YaHe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897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icrosoft YaHei"/>
              </a:rPr>
              <a:t>2026年工作计划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岗位职责与工作回顾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Job Responsibilities &amp;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32918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C5E"/>
                </a:solidFill>
                <a:latin typeface="Microsoft YaHei"/>
              </a:rPr>
              <a:t>📊 销售管理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48840"/>
            <a:ext cx="2743200" cy="18288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制定酒店年度销售计划与预算，分解月度销售指标，</a:t>
            </a:r>
            <a:br/>
            <a:r>
              <a:t>监控销售数据并及时调整策略。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2918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C5E"/>
                </a:solidFill>
                <a:latin typeface="Microsoft YaHei"/>
              </a:rPr>
              <a:t>🤝 客户关系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148840"/>
            <a:ext cx="2743200" cy="18288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开发与维护大客户、协议公司、旅行社及OTA渠道</a:t>
            </a:r>
            <a:br/>
            <a:r>
              <a:t>合作关系，提升客户忠诚度与复购率。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C5E"/>
                </a:solidFill>
                <a:latin typeface="Microsoft YaHei"/>
              </a:rPr>
              <a:t>🏨 会议团队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48840"/>
            <a:ext cx="2743200" cy="18288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负责会议、婚宴、团队客房的销售与协调，</a:t>
            </a:r>
            <a:br/>
            <a:r>
              <a:t>对接MICE市场，提升酒店综合收益。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2918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C5E"/>
                </a:solidFill>
                <a:latin typeface="Microsoft YaHei"/>
              </a:rPr>
              <a:t>📈 市场分析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4709160"/>
            <a:ext cx="2743200" cy="18288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892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收集竞品信息与市场动态，定期输出市场分析报告，</a:t>
            </a:r>
            <a:br/>
            <a:r>
              <a:t>为定价策略与产品优化提供数据支撑。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31920"/>
            <a:ext cx="32918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C5E"/>
                </a:solidFill>
                <a:latin typeface="Microsoft YaHei"/>
              </a:rPr>
              <a:t>👥 团队管理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709160"/>
            <a:ext cx="2743200" cy="18288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892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带领销售团队完成业绩目标，组织培训与考核，</a:t>
            </a:r>
            <a:br/>
            <a:r>
              <a:t>提升团队专业能力与战斗力。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销售业绩数据概览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Performance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C5E"/>
                </a:solidFill>
                <a:latin typeface="Microsoft YaHei"/>
              </a:rPr>
              <a:t>2,680万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年度总营收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8102E"/>
                </a:solidFill>
                <a:latin typeface="Microsoft YaHei"/>
              </a:rPr>
              <a:t>112%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目标达成率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7A33"/>
                </a:solidFill>
                <a:latin typeface="Microsoft YaHei"/>
              </a:rPr>
              <a:t>78.5%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全年平均出租率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A83C"/>
                </a:solidFill>
                <a:latin typeface="Microsoft YaHei"/>
              </a:rPr>
              <a:t>468元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平均房价 (ADR)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C5E"/>
                </a:solidFill>
                <a:latin typeface="Microsoft YaHei"/>
              </a:rPr>
              <a:t>▍2025年月度营收趋势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455238"/>
            <a:ext cx="621792" cy="1671241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80918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198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1月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3392" y="4649372"/>
            <a:ext cx="621792" cy="1477107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437505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175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2月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8064" y="4353950"/>
            <a:ext cx="621792" cy="1772529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52344" y="407963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2344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3月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2736" y="4227341"/>
            <a:ext cx="621792" cy="1899138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3953021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4月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4100732"/>
            <a:ext cx="621792" cy="2025747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82641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5月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4142935"/>
            <a:ext cx="621792" cy="1983544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3868615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6月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6752" y="3974123"/>
            <a:ext cx="621792" cy="2152356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1032" y="3699803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1032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7月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21424" y="4033207"/>
            <a:ext cx="621792" cy="2093272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75704" y="3758887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8月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6096" y="4185138"/>
            <a:ext cx="621792" cy="1941341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0376" y="3910818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6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9月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8" y="3931920"/>
            <a:ext cx="621792" cy="219456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36576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10月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4058529"/>
            <a:ext cx="621792" cy="206795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3784209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11月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40112" y="4016326"/>
            <a:ext cx="621792" cy="2110153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94392" y="3742006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2C5E"/>
                </a:solidFill>
                <a:latin typeface="Microsoft YaHei"/>
              </a:rPr>
              <a:t>250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4392" y="617220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12月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万元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客户开发与维护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Client Development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新客户开发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新签协议公司 68 家，其中 500 强企业 7 家，年贡献房晚 3,200 间夜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开发旅行社合作 12 家，带来团队客源 1,800 间夜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拓展 OTA 渠道：新增美团酒店、飞猪旗舰店合作，线上产量同比增长 35%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签约本地婚宴渠道商 3 家，宴会收入同比增长 28%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建立周边 3 个高新区企业客户群，商务散客贡献收入 186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老客户维护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VIP 客户专属服务计划：覆盖前 50 名核心客户，复购率提升至 72%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季度客户答谢活动 4 场，客户满意度评分 4.8/5.0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协议客户流失率从 18% 降至 9%，超额完成年度目标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推行 Hilton Honors 会员转化，新增荣誉客会会员 1,560 人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大客户年度合同续签率 91%，较去年提升 6 个百分点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10332720" cy="91440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C5E"/>
                </a:solidFill>
                <a:latin typeface="Microsoft YaHei"/>
              </a:rPr>
              <a:t>💡 全年共拜访客户 286 次，平均每周 5.5 次上门拜访，覆盖区域内主要企业园区与商业中心。</a:t>
            </a:r>
            <a:br/>
            <a:r>
              <a:t>      客户数据库从年初的 420 家增长至 586 家，增幅 39.5%。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会议与团队市场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MICE &amp; Group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C5E"/>
                </a:solidFill>
                <a:latin typeface="Microsoft YaHei"/>
              </a:rPr>
              <a:t>486万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会议收入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7A33"/>
                </a:solidFill>
                <a:latin typeface="Microsoft YaHei"/>
              </a:rPr>
              <a:t>156场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承接会议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8102E"/>
                </a:solidFill>
                <a:latin typeface="Microsoft YaHei"/>
              </a:rPr>
              <a:t>42场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婚宴活动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A83C"/>
                </a:solidFill>
                <a:latin typeface="Microsoft YaHei"/>
              </a:rPr>
              <a:t>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Microsoft YaHei"/>
              </a:rPr>
              <a:t>客户满意度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重点成果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成功承接某知名互联网企业 500 人年会，单笔收入 62 万，创酒店会议收入单笔新高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与 3 家本地头部婚庆公司签订年度合作协议，婚宴场地全年周末出租率达 95%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推出"一站式会议套餐"，包含茶歇、午餐、投影设备，提升会议平均消费 22%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建立会议客户回访机制，会议客户二次预订率达 41%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开发政府及事业单位会议市场，全年承接政务会议 23 场，收入贡献 78 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00400"/>
            <a:ext cx="4846320" cy="292608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C5E"/>
                </a:solidFill>
                <a:latin typeface="Microsoft YaHei"/>
              </a:rPr>
              <a:t>典型案例：某科技公司年会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40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客户来源：老客户转介绍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活动规模：500人 × 2天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服务内容：住宿+会议+餐饮+团建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总收入：62 万元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关键动作：销售团队提前3个月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介入方案设计，联合餐饮部定制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特色菜单，获客户高度好评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后续转化：签约年度会议合作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数字化营销成果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Digital Marketing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OTA 渠道运营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携程排名：区域豪华型酒店搜索排名 Top 3，曝光量日均 3,200 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美团酒店：评分 4.8 分，点评数突破 2,800 条，金牌商家认证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飞猪旗舰店：上线 6 个月，累计 GMV 突破 180 万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OTA 渠道整体产量占比 42%，较去年提升 8 个百分点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佣金率优化：通过谈判将部分渠道佣金从 15% 降至 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自媒体与内容营销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微信公众号：粉丝增长至 8,600 人，推文平均阅读量 1,200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抖音账号：发布短视频 86 条，累计播放量 320 万，爆款视频 3 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小红书种草笔记 45 篇，产生 UGC 内容 280+ 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 5 位本地 KOL 合作探店推广，ROI 达到 1:6.5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直播带货试水 3 场，累计销售额 23 万，新增粉丝 1,800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C5E"/>
                </a:solidFill>
                <a:latin typeface="Microsoft YaHei"/>
              </a:rPr>
              <a:t>▍数字化渠道收入贡献对比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056631"/>
            <a:ext cx="822960" cy="932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4837176"/>
            <a:ext cx="822960" cy="115214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OTA渠道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Microsoft YaHei"/>
              </a:rPr>
              <a:t>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</a:rPr>
              <a:t>42%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4946904"/>
            <a:ext cx="822960" cy="10424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5029200"/>
            <a:ext cx="822960" cy="96012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直销渠道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Microsoft YaHei"/>
              </a:rPr>
              <a:t>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</a:rPr>
              <a:t>35%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495544"/>
            <a:ext cx="822960" cy="4937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5522976"/>
            <a:ext cx="822960" cy="46634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团队/会议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Microsoft YaHei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</a:rPr>
              <a:t>17%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715000"/>
            <a:ext cx="82296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5824728"/>
            <a:ext cx="822960" cy="16459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Walk-in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Microsoft YaHei"/>
              </a:rP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03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83C"/>
                </a:solidFill>
                <a:latin typeface="Microsoft YaHei"/>
              </a:rPr>
              <a:t>■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303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Microsoft YaHei"/>
              </a:rPr>
              <a:t>■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团队建设与跨部门协作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Team Building &amp;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销售团队管理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团队编制 8 人（销售经理 1 + 销售主任 3 + 销售代表 4），全年人员零流失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组织销售技能培训 12 场，内容涵盖谈判技巧、收益管理、数字化营销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推行"师徒制"新人培养模式，3 名新人 3 个月内独立承担客户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建立周度销售例会与月度业绩复盘机制，问题响应速度提升 60%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团队人均产值 335 万/年，较去年增长 15%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2 名团队成员获得区域"优秀销售"荣誉表彰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Microsoft YaHei"/>
              </a:rPr>
              <a:t>跨部门协作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与前厅部：建立 VIP 客户入住联动机制，提升接待品质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与餐饮部：联合开发会议茶歇与宴会菜单，提升交叉销售收入 18%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与财务部：优化应收账款流程，协议客户回款周期缩短至 28 天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与收益管理部：建立周度定价沟通机制，RevPAR 提升 12%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与区域市场部：联合策划 3 场主题营销活动，覆盖人群 5 万+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每季度召开跨部门沟通会，打破部门壁垒，提升运营效率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2C5E"/>
                </a:solidFill>
                <a:latin typeface="Microsoft YaHei"/>
              </a:rPr>
              <a:t>团队核心文化：结果导向 · 客户第一 · 协作共赢 · 持续学习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存在的不足与反思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Reflections &amp;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51206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691640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C5E"/>
                </a:solidFill>
                <a:latin typeface="Microsoft YaHei"/>
              </a:rPr>
              <a:t>线上渠道精细化不足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011680"/>
            <a:ext cx="45720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OTA 平台点评回复率仅 78%，部分差评未及时处理，</a:t>
            </a:r>
            <a:br/>
            <a:r>
              <a:t>影响线上口碑转化。计划建立 24 小时回复机制。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1206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691640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C5E"/>
                </a:solidFill>
                <a:latin typeface="Microsoft YaHei"/>
              </a:rPr>
              <a:t>商务市场覆盖有盲区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011680"/>
            <a:ext cx="45720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周边新兴产业园区企业开发力度不够，商务散客中</a:t>
            </a:r>
            <a:br/>
            <a:r>
              <a:t>新园区企业占比仅 8%，仍有较大增长空间。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51206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160520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C5E"/>
                </a:solidFill>
                <a:latin typeface="Microsoft YaHei"/>
              </a:rPr>
              <a:t>数据分析能力待提升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480560"/>
            <a:ext cx="45720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销售数据仍以 Excel 手工统计为主，缺乏 CRM 系统</a:t>
            </a:r>
            <a:br/>
            <a:r>
              <a:t>支撑，数据洞察效率低、颗粒度不够。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40480"/>
            <a:ext cx="512064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4160520"/>
            <a:ext cx="109728" cy="10972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C5E"/>
                </a:solidFill>
                <a:latin typeface="Microsoft YaHei"/>
              </a:rPr>
              <a:t>收益管理意识偏弱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480560"/>
            <a:ext cx="45720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6634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旺季时未充分实施超额预订策略，部分高价房型收益</a:t>
            </a:r>
            <a:br/>
            <a:r>
              <a:t>未达最优水平。需加强与收益部门的联动分析。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2026年工作计划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2026 Work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2C5E"/>
                </a:solidFill>
                <a:latin typeface="Microsoft YaHei"/>
              </a:rPr>
              <a:t>全年营收目标 3,000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2C5E"/>
                </a:solidFill>
                <a:latin typeface="Microsoft YaHei"/>
              </a:rPr>
              <a:t>同比增长 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业绩目标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A33"/>
                </a:solidFill>
                <a:latin typeface="Microsoft YaHei"/>
              </a:rPr>
              <a:t>年均出租率突破 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7A33"/>
                </a:solidFill>
                <a:latin typeface="Microsoft YaHei"/>
              </a:rPr>
              <a:t>提升 3.5 个百分点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出租率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4A83C"/>
                </a:solidFill>
                <a:latin typeface="Microsoft YaHei"/>
              </a:rPr>
              <a:t>平均房价提升至 498 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83C"/>
                </a:solidFill>
                <a:latin typeface="Microsoft YaHei"/>
              </a:rPr>
              <a:t>同比增长 6.4%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ADR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371600"/>
            <a:ext cx="25603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</a:rPr>
              <a:t>协议公司突破 700 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102E"/>
                </a:solidFill>
                <a:latin typeface="Microsoft YaHei"/>
              </a:rPr>
              <a:t>新增 114 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客户数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C5E"/>
                </a:solidFill>
                <a:latin typeface="Microsoft YaHei"/>
              </a:rPr>
              <a:t>▍关键行动举措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1. 销售数字化升级：推动 CRM 系统上线，实现客户管理、销售漏斗、数据报表一体化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2. 深耕商务市场：针对高新区、经开区开展定向拓客，季度举办企业推介会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3. 强化 MICE 优势：打造酒店会议品牌 IP，提升大型会议市场竞争力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4. OTA 精细化运营：优化房源展示、动态定价、点评管理，冲刺携程金牌榜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5. 内容营销升级：加大短视频与直播投入，打造酒店抖音矩阵，目标粉丝 3 万+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6. 人才培养计划：选送 2 名骨干参加希尔顿区域培训项目，打造梯队人才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7. 收益管理优化：引入智能定价工具，实现动态调价，提升 RevPAR 10%+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8. 客户体验提升：推行"NPS 净推荐值"考核，将客户满意度纳入团队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感 谢 聆 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YaHei"/>
              </a:rPr>
              <a:t>以客为尊  卓越服务  持续创新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Microsoft YaHei"/>
              </a:rPr>
              <a:t>Hilton Garden Inn  |  张传林  |  Sales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83C"/>
                </a:solidFill>
                <a:latin typeface="Microsoft YaHei"/>
              </a:rPr>
              <a:t>Looking forward to a brilliant 2026!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